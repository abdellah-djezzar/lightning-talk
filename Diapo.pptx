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3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09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19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91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8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26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55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41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20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83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37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7530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100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024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644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535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89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D775A51-8392-44BB-A5AD-7CED4CC17331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AEDE8-C06E-4163-8F7F-0C90222308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519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web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2CEBB-B5ED-4164-B353-CBF5E1790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1249" y="-1664791"/>
            <a:ext cx="8825658" cy="3329581"/>
          </a:xfrm>
        </p:spPr>
        <p:txBody>
          <a:bodyPr/>
          <a:lstStyle/>
          <a:p>
            <a:r>
              <a:rPr lang="fr-FR" dirty="0"/>
              <a:t>Le Big Data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F7B2E0-4E07-4F09-84C0-163C746D1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6342" y="1664790"/>
            <a:ext cx="8825658" cy="861420"/>
          </a:xfrm>
        </p:spPr>
        <p:txBody>
          <a:bodyPr/>
          <a:lstStyle/>
          <a:p>
            <a:r>
              <a:rPr lang="fr-FR" dirty="0"/>
              <a:t>Abdellah </a:t>
            </a:r>
            <a:r>
              <a:rPr lang="fr-FR" dirty="0" err="1"/>
              <a:t>Djezzar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FC2AEB-AC95-4792-86C6-650BF95B2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95500"/>
            <a:ext cx="97536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0010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63945A-CA9F-4BCB-8F70-F152691C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452718"/>
            <a:ext cx="9404723" cy="1400530"/>
          </a:xfrm>
        </p:spPr>
        <p:txBody>
          <a:bodyPr/>
          <a:lstStyle/>
          <a:p>
            <a:r>
              <a:rPr lang="fr-F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F21D0-A800-46BB-B289-633B3144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Origines:D’où</a:t>
            </a:r>
            <a:r>
              <a:rPr lang="fr-FR" dirty="0"/>
              <a:t> vient le terme « Big Data »</a:t>
            </a:r>
          </a:p>
          <a:p>
            <a:r>
              <a:rPr lang="fr-FR" dirty="0"/>
              <a:t>Qu’est-ce que le Big Data?</a:t>
            </a:r>
          </a:p>
          <a:p>
            <a:r>
              <a:rPr lang="fr-FR" dirty="0"/>
              <a:t>Exemple d’outils pour gérer le Big Data</a:t>
            </a:r>
          </a:p>
          <a:p>
            <a:r>
              <a:rPr lang="fr-FR" dirty="0"/>
              <a:t>Qui sont concernés par le Big Data?</a:t>
            </a:r>
          </a:p>
          <a:p>
            <a:r>
              <a:rPr lang="fr-FR" dirty="0"/>
              <a:t>Exemple d’entreprises utilisant le Big Data</a:t>
            </a:r>
          </a:p>
          <a:p>
            <a:r>
              <a:rPr lang="fr-FR" dirty="0"/>
              <a:t>Exemple d’utilisation de Big Data</a:t>
            </a:r>
          </a:p>
          <a:p>
            <a:r>
              <a:rPr lang="fr-FR" dirty="0"/>
              <a:t>Avantages/Inconvénients</a:t>
            </a:r>
          </a:p>
          <a:p>
            <a:r>
              <a:rPr lang="fr-FR" dirty="0"/>
              <a:t>Vidéo.</a:t>
            </a:r>
          </a:p>
        </p:txBody>
      </p:sp>
    </p:spTree>
    <p:extLst>
      <p:ext uri="{BB962C8B-B14F-4D97-AF65-F5344CB8AC3E}">
        <p14:creationId xmlns:p14="http://schemas.microsoft.com/office/powerpoint/2010/main" val="235432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3B11F-D955-4809-B863-ABECF21B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Origines:D’où</a:t>
            </a:r>
            <a:r>
              <a:rPr lang="fr-FR" dirty="0"/>
              <a:t> vient le terme « Big Data »</a:t>
            </a:r>
            <a:br>
              <a:rPr lang="fr-FR" dirty="0"/>
            </a:b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F1DBCDF-2117-46F2-A0FE-BD5F9A742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198" y="1853248"/>
            <a:ext cx="7039918" cy="409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6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3B11F-D955-4809-B863-ABECF21B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Origines:D’où</a:t>
            </a:r>
            <a:r>
              <a:rPr lang="fr-FR" dirty="0"/>
              <a:t> vient le terme « Big Data »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9750F4B-641A-4B4C-B6E7-7CB46C87B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233" y="1395664"/>
            <a:ext cx="7748051" cy="51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2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A854D-4F9B-4EEB-A290-00812674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452718"/>
            <a:ext cx="9404723" cy="1400530"/>
          </a:xfrm>
        </p:spPr>
        <p:txBody>
          <a:bodyPr/>
          <a:lstStyle/>
          <a:p>
            <a:r>
              <a:rPr lang="fr-FR" dirty="0"/>
              <a:t>Qu’est-ce que le Big Data?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6F8F76-31E3-40AB-B615-E3E03CBF2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65" y="1270397"/>
            <a:ext cx="9404723" cy="545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0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A854D-4F9B-4EEB-A290-00812674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452718"/>
            <a:ext cx="9404723" cy="1400530"/>
          </a:xfrm>
        </p:spPr>
        <p:txBody>
          <a:bodyPr/>
          <a:lstStyle/>
          <a:p>
            <a:r>
              <a:rPr lang="fr-FR" dirty="0"/>
              <a:t>Qu’est-ce que le Big Data?</a:t>
            </a:r>
            <a:br>
              <a:rPr lang="fr-FR" dirty="0"/>
            </a:b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FE33337-029A-4082-B02C-44D214D62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19" y="1407421"/>
            <a:ext cx="9404723" cy="52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8100D4-A0C7-438A-BB9F-3FB1F7B9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d’outils pour gérer le Big Data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5AA442-57DF-40D9-872C-381650303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96" y="2167502"/>
            <a:ext cx="5297904" cy="17659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73DE42B-602B-494D-95C5-AC95D7183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538" y="2167502"/>
            <a:ext cx="5297904" cy="222918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34F6D3B-3060-4D1C-9C36-ADBF0E3C7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644575"/>
            <a:ext cx="5297904" cy="151144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468D94F-85A0-4D90-84E9-38445AF32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332" y="4617028"/>
            <a:ext cx="5248557" cy="20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2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AD7A0-FE70-45FD-9CFF-3B2AD14B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Qui sont concernés par le Big Data?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5BE5D1-7E41-4000-8B22-ED5A5ECF2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38" y="1661110"/>
            <a:ext cx="6566736" cy="30308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0316AEF-B97B-43A9-AC3F-F17EA39EE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053" y="1603671"/>
            <a:ext cx="5313947" cy="289610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16421BC-FD39-4EA8-B26F-328ABD61C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752" y="4250195"/>
            <a:ext cx="4314732" cy="26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7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07C9A-CFC1-4251-90F7-4187166F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d’entreprises utilisant le Big Data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6DE654-66C8-42CB-BF46-D4519AC7E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6" y="1853248"/>
            <a:ext cx="3224464" cy="20614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4AF3085-C065-40BF-9571-AF7C15362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1" y="1853248"/>
            <a:ext cx="2591256" cy="1644315"/>
          </a:xfrm>
          <a:prstGeom prst="rect">
            <a:avLst/>
          </a:prstGeom>
        </p:spPr>
      </p:pic>
      <p:pic>
        <p:nvPicPr>
          <p:cNvPr id="1026" name="Picture 2" descr="Caisse d&amp;#39;Epargne - Home | Facebook">
            <a:extLst>
              <a:ext uri="{FF2B5EF4-FFF2-40B4-BE49-F238E27FC236}">
                <a16:creationId xmlns:a16="http://schemas.microsoft.com/office/drawing/2014/main" id="{F7F02D86-16F5-4260-95F4-AE60F68EB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525" y="185324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0F7AFA6-7DA8-4312-90AC-BB12F7B9C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650" y="1853248"/>
            <a:ext cx="2306053" cy="230605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336B8D0-F520-4190-9682-ED3EC8DDD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1" y="4046817"/>
            <a:ext cx="4800303" cy="270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72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786C7E-76F5-4C0D-A8D3-A663C955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d’utilisation de Big Data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8C823E-AC97-4980-A121-48C10287A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1" y="1747203"/>
            <a:ext cx="5624329" cy="4429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EEA444B-A834-41ED-9511-9EC2AA87B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40" y="1658546"/>
            <a:ext cx="5624329" cy="47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4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80087-924B-4450-8380-F41639FA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Avantages/Inconvénients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F6E39A-1085-449F-B4FA-86E5913B5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6" y="1471440"/>
            <a:ext cx="6989932" cy="49338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660D0C-84D2-41BF-BEA6-C2AD61775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8168"/>
            <a:ext cx="6076194" cy="481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778B7-3E9F-4354-B585-C985E68D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75" y="324381"/>
            <a:ext cx="9404723" cy="1400530"/>
          </a:xfrm>
        </p:spPr>
        <p:txBody>
          <a:bodyPr/>
          <a:lstStyle/>
          <a:p>
            <a:r>
              <a:rPr lang="fr-FR" dirty="0"/>
              <a:t>Vidéo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94A4DB-AD5B-4E6C-91AB-5E998E4AB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398" y="1454066"/>
            <a:ext cx="84486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23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124</Words>
  <Application>Microsoft Office PowerPoint</Application>
  <PresentationFormat>Grand écran</PresentationFormat>
  <Paragraphs>21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Le Big Data</vt:lpstr>
      <vt:lpstr>Sommaire</vt:lpstr>
      <vt:lpstr>Origines:D’où vient le terme « Big Data » </vt:lpstr>
      <vt:lpstr>Origines:D’où vient le terme « Big Data » </vt:lpstr>
      <vt:lpstr>Qu’est-ce que le Big Data? </vt:lpstr>
      <vt:lpstr>Qu’est-ce que le Big Data? </vt:lpstr>
      <vt:lpstr>Exemple d’outils pour gérer le Big Data </vt:lpstr>
      <vt:lpstr>Qui sont concernés par le Big Data? </vt:lpstr>
      <vt:lpstr>Exemple d’entreprises utilisant le Big Data </vt:lpstr>
      <vt:lpstr>Exemple d’utilisation de Big Data </vt:lpstr>
      <vt:lpstr>Avantages/Inconvénients </vt:lpstr>
      <vt:lpstr>Vidéo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Billy Logan</dc:creator>
  <cp:lastModifiedBy>Billy Logan</cp:lastModifiedBy>
  <cp:revision>8</cp:revision>
  <dcterms:created xsi:type="dcterms:W3CDTF">2021-06-23T21:41:10Z</dcterms:created>
  <dcterms:modified xsi:type="dcterms:W3CDTF">2021-06-23T22:32:04Z</dcterms:modified>
</cp:coreProperties>
</file>